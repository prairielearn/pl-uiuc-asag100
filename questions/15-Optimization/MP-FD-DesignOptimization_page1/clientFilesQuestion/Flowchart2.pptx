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4"/>
    <p:restoredTop sz="94651"/>
  </p:normalViewPr>
  <p:slideViewPr>
    <p:cSldViewPr snapToGrid="0" snapToObjects="1">
      <p:cViewPr>
        <p:scale>
          <a:sx n="173" d="100"/>
          <a:sy n="173" d="100"/>
        </p:scale>
        <p:origin x="-5776" y="-2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5AC6-18EC-C948-8B9A-B0018EAA8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004E4-65C5-A14A-B48C-3E431CD88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A486B-3279-1D47-8DE4-FF777C35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5B5CE-F1C5-0B48-B176-54221058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ACAA6-92FF-7541-B117-1CE9215D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4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6C25-66D0-6243-B92A-ABC0CEE0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4971-E87B-114D-B167-4D9C3A7FD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37297-7716-1545-8F8C-86CC50BA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B606-DA63-CC4E-A30F-A048D8DD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30F5C-3D5A-5043-988D-15A66BEA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7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71C8-0D9D-EB40-910A-B5307883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B58A4-759D-3D4F-BD32-EDD585272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BA3E-9061-5747-87B8-2867238F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8B790-61F4-E644-A4C0-26F23E0C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B827-CD52-4A45-89A8-E4E42D81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BE74-326C-D342-8082-C6537D05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6439-D713-A146-99DC-428555639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0C78C-471A-9F46-AC17-3D10513FA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2A5FF-7EBD-2D40-9EC3-030985AB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0BBCF-6A8D-DD40-83AE-5202EE86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EB6C7-7894-674E-A972-9BBBA692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3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331F-F4D9-9947-A720-BEA35856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0B0E1-8D05-D049-AF9F-11753620B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3D4BB-B71A-444F-B749-24013D9D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54CCB-7AD8-9D4E-BCC8-AF7F0841D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9C2E3-FD7A-6A43-BCD1-740F44030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0CC25A-4935-0F48-AA90-50CE7723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21DFA-894A-2D41-8A92-34303541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E8A59-4171-224B-B1C4-421CAD3A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5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D273-8134-B141-A9A7-8938CEB2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6D0B0-B346-C646-A9BA-227E07B8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405F7-33D4-C540-8BAC-BB34F2A2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99255-9462-8F4A-9B5D-14D81226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8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FA886-BF6F-BA46-914D-554A20D3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65F65-7970-1441-B1D2-32CB6D67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308F0-A34E-9C43-BBD3-DB9F479B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2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8CE8-40D1-A94F-8543-BF1DE4B9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AA8C-0E23-4249-9552-1BD7BB966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3CB1A-146B-0E47-8DB0-6AE60E099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4DB6C-359A-7C4B-BBEF-EFEC6A7B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3E775-5C53-9743-8CC9-182CDEE4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12966-30CA-5B48-95FE-08F54103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1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3251-C833-8B46-9C75-27E011A4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CED9C-85B7-9C47-9BE0-EDB143F3C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AC15-E3B9-4B43-BBF1-E6317D16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F018F-DA03-0645-9B89-8867683E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05BB6-E2C2-3D49-8C93-77DD83A3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4FCEE-5714-6445-8E6D-E7E04A63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2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5EAB-5E48-5447-B4E7-9C538EC9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FD5F3-FEBE-DE44-8228-561A7C559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6DBA2-D692-6F4C-A730-A5211D52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34648-CB80-5A4C-A7B9-AC9A9065A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17B48-F84A-894B-9970-9C483BC7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5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5FACA-E524-5043-BAA2-90FE2437A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87AB5-7B98-404E-9D89-BE5F703F7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EEF39-14A9-154F-B180-6B492E2B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45D18-8472-564D-8DCE-E089CB6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0FCD-C52E-2E43-9BC3-7399980C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2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D57B0-5D13-F240-BC87-7592ABC2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C7BBA-96ED-9A45-8689-398B3C721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4F1FC-5CEA-7E48-93E2-0F1AD0843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29E47-7689-0E43-B5FD-CA0456096762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6CA63-A664-F64B-ACBC-FBD54C947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DD89C-BC43-BF4D-AF22-1F076D99B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86A48-3A2B-114E-9AE4-8F9939EE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4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582793D-F20E-AC41-B197-673320780111}"/>
              </a:ext>
            </a:extLst>
          </p:cNvPr>
          <p:cNvGrpSpPr/>
          <p:nvPr/>
        </p:nvGrpSpPr>
        <p:grpSpPr>
          <a:xfrm>
            <a:off x="512619" y="421160"/>
            <a:ext cx="10980151" cy="1959439"/>
            <a:chOff x="512619" y="421160"/>
            <a:chExt cx="10980151" cy="1959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C5C9DBEA-CD6A-8543-957E-1736A4C2BD17}"/>
                    </a:ext>
                  </a:extLst>
                </p:cNvPr>
                <p:cNvSpPr/>
                <p:nvPr/>
              </p:nvSpPr>
              <p:spPr>
                <a:xfrm>
                  <a:off x="512619" y="534390"/>
                  <a:ext cx="1745673" cy="4512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Initial design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C5C9DBEA-CD6A-8543-957E-1736A4C2BD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619" y="534390"/>
                  <a:ext cx="1745673" cy="451262"/>
                </a:xfrm>
                <a:prstGeom prst="rect">
                  <a:avLst/>
                </a:prstGeom>
                <a:blipFill>
                  <a:blip r:embed="rId10"/>
                  <a:stretch>
                    <a:fillRect b="-78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5E4E384-5D6D-DF49-AC6B-5FCA2F666BDF}"/>
                    </a:ext>
                  </a:extLst>
                </p:cNvPr>
                <p:cNvSpPr/>
                <p:nvPr/>
              </p:nvSpPr>
              <p:spPr>
                <a:xfrm>
                  <a:off x="2816340" y="534390"/>
                  <a:ext cx="1202768" cy="4512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=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func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5E4E384-5D6D-DF49-AC6B-5FCA2F666B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6340" y="534390"/>
                  <a:ext cx="1202768" cy="451262"/>
                </a:xfrm>
                <a:prstGeom prst="rect">
                  <a:avLst/>
                </a:prstGeom>
                <a:blipFill>
                  <a:blip r:embed="rId11"/>
                  <a:stretch>
                    <a:fillRect b="-78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C217D1DA-51BD-7D4C-93AF-5B492690E427}"/>
                    </a:ext>
                  </a:extLst>
                </p:cNvPr>
                <p:cNvSpPr/>
                <p:nvPr/>
              </p:nvSpPr>
              <p:spPr>
                <a:xfrm>
                  <a:off x="4570908" y="534390"/>
                  <a:ext cx="1508211" cy="4512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=dfunc(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C217D1DA-51BD-7D4C-93AF-5B492690E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0908" y="534390"/>
                  <a:ext cx="1508211" cy="451262"/>
                </a:xfrm>
                <a:prstGeom prst="rect">
                  <a:avLst/>
                </a:prstGeom>
                <a:blipFill>
                  <a:blip r:embed="rId12"/>
                  <a:stretch>
                    <a:fillRect b="-78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AAA99EA-F9DB-1643-8D6C-51BF94AD5011}"/>
                    </a:ext>
                  </a:extLst>
                </p:cNvPr>
                <p:cNvSpPr/>
                <p:nvPr/>
              </p:nvSpPr>
              <p:spPr>
                <a:xfrm>
                  <a:off x="6630919" y="421160"/>
                  <a:ext cx="1568462" cy="67772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optimizer: Updates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AAA99EA-F9DB-1643-8D6C-51BF94AD50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0919" y="421160"/>
                  <a:ext cx="1568462" cy="677722"/>
                </a:xfrm>
                <a:prstGeom prst="rect">
                  <a:avLst/>
                </a:prstGeom>
                <a:blipFill>
                  <a:blip r:embed="rId13"/>
                  <a:stretch>
                    <a:fillRect b="-89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A3FFBC-B439-C348-8FA8-8295A378F71A}"/>
                    </a:ext>
                  </a:extLst>
                </p:cNvPr>
                <p:cNvSpPr/>
                <p:nvPr/>
              </p:nvSpPr>
              <p:spPr>
                <a:xfrm>
                  <a:off x="8751181" y="421160"/>
                  <a:ext cx="2741589" cy="67772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</a:rPr>
                    <a:t>filter_design_variables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: Modifies updated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A3FFBC-B439-C348-8FA8-8295A378F7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1181" y="421160"/>
                  <a:ext cx="2741589" cy="677722"/>
                </a:xfrm>
                <a:prstGeom prst="rect">
                  <a:avLst/>
                </a:prstGeom>
                <a:blipFill>
                  <a:blip r:embed="rId14"/>
                  <a:stretch>
                    <a:fillRect b="-89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AEB3FE-59F5-A443-9E1E-9342845D7F9D}"/>
                </a:ext>
              </a:extLst>
            </p:cNvPr>
            <p:cNvSpPr/>
            <p:nvPr/>
          </p:nvSpPr>
          <p:spPr>
            <a:xfrm>
              <a:off x="4230151" y="1472540"/>
              <a:ext cx="1335318" cy="8926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change &lt; </a:t>
              </a:r>
              <a:r>
                <a:rPr lang="en-US" dirty="0" err="1">
                  <a:solidFill>
                    <a:schemeClr val="tx1"/>
                  </a:solidFill>
                </a:rPr>
                <a:t>tol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F1AD7E4-90B6-C748-873D-9EE982982E68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2258292" y="760021"/>
              <a:ext cx="5580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2F5C3B0-76E9-0043-A482-0DFADEA9B098}"/>
                </a:ext>
              </a:extLst>
            </p:cNvPr>
            <p:cNvCxnSpPr/>
            <p:nvPr/>
          </p:nvCxnSpPr>
          <p:spPr>
            <a:xfrm>
              <a:off x="4019108" y="760021"/>
              <a:ext cx="5580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70A29D8-4343-364B-BE72-D59B6702E9FE}"/>
                </a:ext>
              </a:extLst>
            </p:cNvPr>
            <p:cNvCxnSpPr/>
            <p:nvPr/>
          </p:nvCxnSpPr>
          <p:spPr>
            <a:xfrm>
              <a:off x="6079119" y="760021"/>
              <a:ext cx="5580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0151A71-E276-A04D-A8D8-B981BF62DA4E}"/>
                </a:ext>
              </a:extLst>
            </p:cNvPr>
            <p:cNvCxnSpPr/>
            <p:nvPr/>
          </p:nvCxnSpPr>
          <p:spPr>
            <a:xfrm>
              <a:off x="8199381" y="760021"/>
              <a:ext cx="5580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55FE73D-8574-DA45-BB1B-9EFB001DE23E}"/>
                </a:ext>
              </a:extLst>
            </p:cNvPr>
            <p:cNvCxnSpPr>
              <a:cxnSpLocks/>
            </p:cNvCxnSpPr>
            <p:nvPr/>
          </p:nvCxnSpPr>
          <p:spPr>
            <a:xfrm>
              <a:off x="8976331" y="1098882"/>
              <a:ext cx="0" cy="6464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DDFB499-2795-D649-BC47-8EE93B9FC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0710" y="2039487"/>
              <a:ext cx="128944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27BEE8F-5CB2-874A-9ED6-8E5CB309F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452" y="956577"/>
              <a:ext cx="0" cy="8597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1F42EEC-4FAA-E840-86D2-AED73D8844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7725" y="1816284"/>
              <a:ext cx="81242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F183FDC-452A-F745-B130-0D224CA273D4}"/>
                </a:ext>
              </a:extLst>
            </p:cNvPr>
            <p:cNvSpPr/>
            <p:nvPr/>
          </p:nvSpPr>
          <p:spPr>
            <a:xfrm>
              <a:off x="3534435" y="2011267"/>
              <a:ext cx="5790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true</a:t>
              </a:r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7AE7A3F-3A89-9E45-8B95-E9F6732DA959}"/>
                </a:ext>
              </a:extLst>
            </p:cNvPr>
            <p:cNvSpPr/>
            <p:nvPr/>
          </p:nvSpPr>
          <p:spPr>
            <a:xfrm>
              <a:off x="3518971" y="1447393"/>
              <a:ext cx="6194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false</a:t>
              </a:r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AE4B887-AAF6-1847-A85A-891FB8D26C30}"/>
                </a:ext>
              </a:extLst>
            </p:cNvPr>
            <p:cNvSpPr/>
            <p:nvPr/>
          </p:nvSpPr>
          <p:spPr>
            <a:xfrm>
              <a:off x="2184216" y="1801049"/>
              <a:ext cx="694953" cy="5641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STOP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DF5D1FF-1AE0-F748-B883-39220CD092BC}"/>
                </a:ext>
              </a:extLst>
            </p:cNvPr>
            <p:cNvSpPr/>
            <p:nvPr/>
          </p:nvSpPr>
          <p:spPr>
            <a:xfrm>
              <a:off x="8091125" y="1751236"/>
              <a:ext cx="1568193" cy="4219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get_change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8E613AE-5F0F-104A-BB85-2B229196B239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5565469" y="1962210"/>
              <a:ext cx="25256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D4AAD7-E9D7-C148-9E6E-FD7F303F3B66}"/>
              </a:ext>
            </a:extLst>
          </p:cNvPr>
          <p:cNvGrpSpPr/>
          <p:nvPr/>
        </p:nvGrpSpPr>
        <p:grpSpPr>
          <a:xfrm>
            <a:off x="727306" y="3558614"/>
            <a:ext cx="4548249" cy="2339439"/>
            <a:chOff x="985652" y="950026"/>
            <a:chExt cx="4548249" cy="233943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19DFB6C-0B9D-8149-8B3C-D2B377B09050}"/>
                </a:ext>
              </a:extLst>
            </p:cNvPr>
            <p:cNvSpPr/>
            <p:nvPr/>
          </p:nvSpPr>
          <p:spPr>
            <a:xfrm>
              <a:off x="985652" y="950026"/>
              <a:ext cx="4548249" cy="233943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AE1E622-99CB-9242-B923-12E2AFCE80C6}"/>
                </a:ext>
              </a:extLst>
            </p:cNvPr>
            <p:cNvCxnSpPr/>
            <p:nvPr/>
          </p:nvCxnSpPr>
          <p:spPr>
            <a:xfrm>
              <a:off x="2125683" y="950026"/>
              <a:ext cx="0" cy="2339439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9C7F993-0A87-4346-9F05-F7A38D496C22}"/>
                </a:ext>
              </a:extLst>
            </p:cNvPr>
            <p:cNvCxnSpPr/>
            <p:nvPr/>
          </p:nvCxnSpPr>
          <p:spPr>
            <a:xfrm>
              <a:off x="3239984" y="950026"/>
              <a:ext cx="0" cy="2339439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D24D201-2E87-5548-B080-D0C0F0618BD1}"/>
                </a:ext>
              </a:extLst>
            </p:cNvPr>
            <p:cNvCxnSpPr/>
            <p:nvPr/>
          </p:nvCxnSpPr>
          <p:spPr>
            <a:xfrm>
              <a:off x="4403766" y="950026"/>
              <a:ext cx="0" cy="2339439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BDA7E40-DFC6-284A-9A39-7DE9B20609E2}"/>
                </a:ext>
              </a:extLst>
            </p:cNvPr>
            <p:cNvCxnSpPr>
              <a:cxnSpLocks/>
              <a:stCxn id="43" idx="3"/>
              <a:endCxn id="43" idx="1"/>
            </p:cNvCxnSpPr>
            <p:nvPr/>
          </p:nvCxnSpPr>
          <p:spPr>
            <a:xfrm flipH="1">
              <a:off x="985652" y="2119746"/>
              <a:ext cx="454824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EA6DEB5-6E61-5541-92AF-2674F3D0C5A9}"/>
                    </a:ext>
                  </a:extLst>
                </p:cNvPr>
                <p:cNvSpPr txBox="1"/>
                <p:nvPr/>
              </p:nvSpPr>
              <p:spPr>
                <a:xfrm>
                  <a:off x="1361339" y="1350220"/>
                  <a:ext cx="3649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1C3B7BA-C2CE-5640-B862-2F8BDC3C37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1339" y="1350220"/>
                  <a:ext cx="364908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6667" r="-3333"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9BEF441-3F0F-AA47-A941-9CF4D83F2AC4}"/>
                    </a:ext>
                  </a:extLst>
                </p:cNvPr>
                <p:cNvSpPr txBox="1"/>
                <p:nvPr/>
              </p:nvSpPr>
              <p:spPr>
                <a:xfrm>
                  <a:off x="1361339" y="2519940"/>
                  <a:ext cx="3720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1F5FB44-F01B-0E41-98C6-C9A5064D2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1339" y="2519940"/>
                  <a:ext cx="37202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6667" r="-6667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A1052BB-13B4-0C4A-BE14-10B7CE1284BF}"/>
                    </a:ext>
                  </a:extLst>
                </p:cNvPr>
                <p:cNvSpPr txBox="1"/>
                <p:nvPr/>
              </p:nvSpPr>
              <p:spPr>
                <a:xfrm>
                  <a:off x="2532237" y="1350220"/>
                  <a:ext cx="36490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3ECD461-855A-2046-B4F7-A1241CCF6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237" y="1350220"/>
                  <a:ext cx="36490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0000" r="-3333"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25A913F-722D-8E45-A9A6-3C5D3CEE1A80}"/>
                    </a:ext>
                  </a:extLst>
                </p:cNvPr>
                <p:cNvSpPr txBox="1"/>
                <p:nvPr/>
              </p:nvSpPr>
              <p:spPr>
                <a:xfrm>
                  <a:off x="2532237" y="2519940"/>
                  <a:ext cx="37202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0762717-CCB2-0F4E-B5C9-858C2557E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237" y="2519940"/>
                  <a:ext cx="372025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667" r="-6667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F35B926-9076-FB42-A26C-BB4855CDA46A}"/>
                    </a:ext>
                  </a:extLst>
                </p:cNvPr>
                <p:cNvSpPr txBox="1"/>
                <p:nvPr/>
              </p:nvSpPr>
              <p:spPr>
                <a:xfrm>
                  <a:off x="3688901" y="1350220"/>
                  <a:ext cx="3720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7D5E77A-3086-F342-A4F6-1D2705AB37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8901" y="1350220"/>
                  <a:ext cx="37202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6667" r="-6667"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BD4DB38-E4CB-7145-904D-AC51DA350967}"/>
                    </a:ext>
                  </a:extLst>
                </p:cNvPr>
                <p:cNvSpPr txBox="1"/>
                <p:nvPr/>
              </p:nvSpPr>
              <p:spPr>
                <a:xfrm>
                  <a:off x="3688901" y="2519940"/>
                  <a:ext cx="3720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D584A8F-4C13-6A4C-8623-4B78C3220D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8901" y="2519940"/>
                  <a:ext cx="37202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6667" r="-6667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6EFCC04-DCBA-DC45-987C-28024E0AF455}"/>
                    </a:ext>
                  </a:extLst>
                </p:cNvPr>
                <p:cNvSpPr txBox="1"/>
                <p:nvPr/>
              </p:nvSpPr>
              <p:spPr>
                <a:xfrm>
                  <a:off x="4782821" y="1350220"/>
                  <a:ext cx="3720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C9728AA-14FA-5348-833B-7BE96B145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2821" y="1350220"/>
                  <a:ext cx="372025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6452" r="-3226"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73A9BAA-79E3-3149-9949-EDE0A11FA269}"/>
                    </a:ext>
                  </a:extLst>
                </p:cNvPr>
                <p:cNvSpPr txBox="1"/>
                <p:nvPr/>
              </p:nvSpPr>
              <p:spPr>
                <a:xfrm>
                  <a:off x="4782821" y="2519940"/>
                  <a:ext cx="3720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F9A4D6E-1D26-AE44-A68C-68E680AA6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2821" y="2519940"/>
                  <a:ext cx="372025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6452" r="-3226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FAFE8D8-DCBF-7045-BFAE-493FC0D19775}"/>
              </a:ext>
            </a:extLst>
          </p:cNvPr>
          <p:cNvGrpSpPr/>
          <p:nvPr/>
        </p:nvGrpSpPr>
        <p:grpSpPr>
          <a:xfrm>
            <a:off x="6336141" y="3164398"/>
            <a:ext cx="4222321" cy="3159036"/>
            <a:chOff x="6336141" y="3164398"/>
            <a:chExt cx="4222321" cy="31590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CA725F2-32EB-EC4E-B3AC-C122E3B2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36141" y="3164398"/>
              <a:ext cx="4222321" cy="3159036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2402DF2-C1CF-8B4D-B369-FAFA73BD5B67}"/>
                </a:ext>
              </a:extLst>
            </p:cNvPr>
            <p:cNvGrpSpPr/>
            <p:nvPr/>
          </p:nvGrpSpPr>
          <p:grpSpPr>
            <a:xfrm>
              <a:off x="6899967" y="4143474"/>
              <a:ext cx="3534518" cy="1870326"/>
              <a:chOff x="985652" y="950026"/>
              <a:chExt cx="4548249" cy="233943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A37DD71-04C3-9C44-A7AE-6F6E0B4222AB}"/>
                  </a:ext>
                </a:extLst>
              </p:cNvPr>
              <p:cNvSpPr/>
              <p:nvPr/>
            </p:nvSpPr>
            <p:spPr>
              <a:xfrm>
                <a:off x="985652" y="950026"/>
                <a:ext cx="4548249" cy="233943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F93B4DC-6813-BE45-BD49-25E2E641335C}"/>
                  </a:ext>
                </a:extLst>
              </p:cNvPr>
              <p:cNvCxnSpPr/>
              <p:nvPr/>
            </p:nvCxnSpPr>
            <p:spPr>
              <a:xfrm>
                <a:off x="2125683" y="950026"/>
                <a:ext cx="0" cy="2339439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3A84371-AEFE-C947-AE89-FF0BEE0D6CDF}"/>
                  </a:ext>
                </a:extLst>
              </p:cNvPr>
              <p:cNvCxnSpPr/>
              <p:nvPr/>
            </p:nvCxnSpPr>
            <p:spPr>
              <a:xfrm>
                <a:off x="3239984" y="950026"/>
                <a:ext cx="0" cy="2339439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28D681A-9BD8-1843-A990-ACE1E680FA63}"/>
                  </a:ext>
                </a:extLst>
              </p:cNvPr>
              <p:cNvCxnSpPr/>
              <p:nvPr/>
            </p:nvCxnSpPr>
            <p:spPr>
              <a:xfrm>
                <a:off x="4403766" y="950026"/>
                <a:ext cx="0" cy="2339439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CCB7D7A-E32B-6D40-9DE5-38A2F2F06F42}"/>
                  </a:ext>
                </a:extLst>
              </p:cNvPr>
              <p:cNvCxnSpPr>
                <a:cxnSpLocks/>
                <a:stCxn id="22" idx="3"/>
                <a:endCxn id="22" idx="1"/>
              </p:cNvCxnSpPr>
              <p:nvPr/>
            </p:nvCxnSpPr>
            <p:spPr>
              <a:xfrm flipH="1">
                <a:off x="985652" y="2119746"/>
                <a:ext cx="454824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1C3B7BA-C2CE-5640-B862-2F8BDC3C374C}"/>
                      </a:ext>
                    </a:extLst>
                  </p:cNvPr>
                  <p:cNvSpPr txBox="1"/>
                  <p:nvPr/>
                </p:nvSpPr>
                <p:spPr>
                  <a:xfrm>
                    <a:off x="1361339" y="1350220"/>
                    <a:ext cx="364908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1C3B7BA-C2CE-5640-B862-2F8BDC3C37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1339" y="1350220"/>
                    <a:ext cx="364908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667" r="-3333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1F5FB44-F01B-0E41-98C6-C9A5064D28E4}"/>
                      </a:ext>
                    </a:extLst>
                  </p:cNvPr>
                  <p:cNvSpPr txBox="1"/>
                  <p:nvPr/>
                </p:nvSpPr>
                <p:spPr>
                  <a:xfrm>
                    <a:off x="1361339" y="2519940"/>
                    <a:ext cx="37202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1F5FB44-F01B-0E41-98C6-C9A5064D28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1339" y="2519940"/>
                    <a:ext cx="37202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667" r="-6667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3ECD461-855A-2046-B4F7-A1241CCF6331}"/>
                      </a:ext>
                    </a:extLst>
                  </p:cNvPr>
                  <p:cNvSpPr txBox="1"/>
                  <p:nvPr/>
                </p:nvSpPr>
                <p:spPr>
                  <a:xfrm>
                    <a:off x="2532237" y="1350220"/>
                    <a:ext cx="364908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3ECD461-855A-2046-B4F7-A1241CCF6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2237" y="1350220"/>
                    <a:ext cx="36490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000" r="-3333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0762717-CCB2-0F4E-B5C9-858C2557E407}"/>
                      </a:ext>
                    </a:extLst>
                  </p:cNvPr>
                  <p:cNvSpPr txBox="1"/>
                  <p:nvPr/>
                </p:nvSpPr>
                <p:spPr>
                  <a:xfrm>
                    <a:off x="2532237" y="2519940"/>
                    <a:ext cx="372025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0762717-CCB2-0F4E-B5C9-858C2557E4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2237" y="2519940"/>
                    <a:ext cx="37202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667" r="-6667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87D5E77A-3086-F342-A4F6-1D2705AB3742}"/>
                      </a:ext>
                    </a:extLst>
                  </p:cNvPr>
                  <p:cNvSpPr txBox="1"/>
                  <p:nvPr/>
                </p:nvSpPr>
                <p:spPr>
                  <a:xfrm>
                    <a:off x="3688901" y="1350220"/>
                    <a:ext cx="37202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87D5E77A-3086-F342-A4F6-1D2705AB37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8901" y="1350220"/>
                    <a:ext cx="37202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667" r="-6667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2D584A8F-4C13-6A4C-8623-4B78C3220DBF}"/>
                      </a:ext>
                    </a:extLst>
                  </p:cNvPr>
                  <p:cNvSpPr txBox="1"/>
                  <p:nvPr/>
                </p:nvSpPr>
                <p:spPr>
                  <a:xfrm>
                    <a:off x="3688901" y="2519940"/>
                    <a:ext cx="37202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2D584A8F-4C13-6A4C-8623-4B78C3220D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8901" y="2519940"/>
                    <a:ext cx="372025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667" r="-6667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C9728AA-14FA-5348-833B-7BE96B145E8F}"/>
                      </a:ext>
                    </a:extLst>
                  </p:cNvPr>
                  <p:cNvSpPr txBox="1"/>
                  <p:nvPr/>
                </p:nvSpPr>
                <p:spPr>
                  <a:xfrm>
                    <a:off x="4782821" y="1350220"/>
                    <a:ext cx="37202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C9728AA-14FA-5348-833B-7BE96B145E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2821" y="1350220"/>
                    <a:ext cx="37202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226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6F9A4D6E-1D26-AE44-A68C-68E680AA6D51}"/>
                      </a:ext>
                    </a:extLst>
                  </p:cNvPr>
                  <p:cNvSpPr txBox="1"/>
                  <p:nvPr/>
                </p:nvSpPr>
                <p:spPr>
                  <a:xfrm>
                    <a:off x="4782821" y="2519940"/>
                    <a:ext cx="37202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6F9A4D6E-1D26-AE44-A68C-68E680AA6D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2821" y="2519940"/>
                    <a:ext cx="372025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226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113437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</TotalTime>
  <Words>53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Sohn, Mariana Silva</dc:creator>
  <cp:lastModifiedBy>Sohn, Mariana Silva</cp:lastModifiedBy>
  <cp:revision>7</cp:revision>
  <dcterms:created xsi:type="dcterms:W3CDTF">2019-02-09T01:07:35Z</dcterms:created>
  <dcterms:modified xsi:type="dcterms:W3CDTF">2019-11-06T22:43:30Z</dcterms:modified>
</cp:coreProperties>
</file>